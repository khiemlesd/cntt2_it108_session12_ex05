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Inter"/>
              </a:defRPr>
            </a:pPr>
            <a:r>
              <a:t>NETGUARD CYBER SECURITY CENTER | THREAT MONITORING</a:t>
            </a:r>
          </a:p>
          <a:p>
            <a:pPr>
              <a:defRPr sz="2600" b="1">
                <a:solidFill>
                  <a:srgbClr val="F8FAFC"/>
                </a:solidFill>
                <a:latin typeface="Montserrat"/>
              </a:defRPr>
            </a:pPr>
            <a:r>
              <a:t>Từ Dữ Liệu Cảnh Báo Thô Đến Báo Cáo An Ninh Chuyên Nghiệp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28416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38BDF8"/>
                </a:solidFill>
                <a:latin typeface="Inter"/>
              </a:defRPr>
            </a:pPr>
            <a:r>
              <a:t>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8FAFC"/>
                </a:solidFill>
                <a:latin typeface="Montserrat"/>
              </a:defRPr>
            </a:pPr>
            <a:r>
              <a:t>Dữ liệu cảnh báo thô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Ghi nhận 1,248+ sự cố từ hệ thống nhật ký log. Tự động xử lý bẫy khoảng trắng bằng hàm TRIM.</a:t>
            </a:r>
          </a:p>
          <a:p>
            <a:pPr>
              <a:defRPr sz="1100" b="1">
                <a:solidFill>
                  <a:srgbClr val="F8FAFC"/>
                </a:solidFill>
                <a:latin typeface="Inter"/>
              </a:defRPr>
            </a:pPr>
            <a:r>
              <a:t>• Xử lý triệt để ký tự thừa</a:t>
            </a:r>
          </a:p>
          <a:p>
            <a:pPr>
              <a:defRPr sz="1100" b="1">
                <a:solidFill>
                  <a:srgbClr val="F8FAFC"/>
                </a:solidFill>
                <a:latin typeface="Inter"/>
              </a:defRPr>
            </a:pPr>
            <a:r>
              <a:t>• Chuẩn hóa dữ liệu IP</a:t>
            </a:r>
          </a:p>
          <a:p>
            <a:pPr>
              <a:defRPr sz="1100" b="1">
                <a:solidFill>
                  <a:srgbClr val="F8FAFC"/>
                </a:solidFill>
                <a:latin typeface="Inter"/>
              </a:defRPr>
            </a:pPr>
            <a:r>
              <a:t>• Tự động phân loại 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828800"/>
            <a:ext cx="3328416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38BDF8"/>
                </a:solidFill>
                <a:latin typeface="Inter"/>
              </a:defRPr>
            </a:pPr>
            <a:r>
              <a:t>02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8FAFC"/>
                </a:solidFill>
                <a:latin typeface="Montserrat"/>
              </a:defRPr>
            </a:pPr>
            <a:r>
              <a:t>Tra cứu CSDL Virus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Kết nối chính xác mã loại độc với CSDL mẫu vi-rút bằng VLOOKUP, loại bỏ hoàn toàn lỗi truy vấn.</a:t>
            </a:r>
          </a:p>
          <a:p>
            <a:pPr>
              <a:defRPr sz="1100" b="1">
                <a:solidFill>
                  <a:srgbClr val="F8FAFC"/>
                </a:solidFill>
                <a:latin typeface="Inter"/>
              </a:defRPr>
            </a:pPr>
            <a:r>
              <a:t>• VLOOKUP + TRIM linh hoạt</a:t>
            </a:r>
          </a:p>
          <a:p>
            <a:pPr>
              <a:defRPr sz="1100" b="1">
                <a:solidFill>
                  <a:srgbClr val="F8FAFC"/>
                </a:solidFill>
                <a:latin typeface="Inter"/>
              </a:defRPr>
            </a:pPr>
            <a:r>
              <a:t>• Khớp mã Emotet, Lokibot</a:t>
            </a:r>
          </a:p>
          <a:p>
            <a:pPr>
              <a:defRPr sz="1100" b="1">
                <a:solidFill>
                  <a:srgbClr val="F8FAFC"/>
                </a:solidFill>
                <a:latin typeface="Inter"/>
              </a:defRPr>
            </a:pPr>
            <a:r>
              <a:t>• Gán mức độ chính xác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828800"/>
            <a:ext cx="3328416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2000" b="1">
                <a:solidFill>
                  <a:srgbClr val="38BDF8"/>
                </a:solidFill>
                <a:latin typeface="Inter"/>
              </a:defRPr>
            </a:pPr>
            <a:r>
              <a:t>03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 b="1">
                <a:solidFill>
                  <a:srgbClr val="F8FAFC"/>
                </a:solidFill>
                <a:latin typeface="Montserrat"/>
              </a:defRPr>
            </a:pPr>
            <a:r>
              <a:t>Báo cáo cho khách hàng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Trực quan hóa diễn biến an ninh mạng và khuyến nghị chiến lược phòng thủ 3 tầng toàn diện.</a:t>
            </a:r>
          </a:p>
          <a:p>
            <a:pPr>
              <a:defRPr sz="1100" b="1">
                <a:solidFill>
                  <a:srgbClr val="F8FAFC"/>
                </a:solidFill>
                <a:latin typeface="Inter"/>
              </a:defRPr>
            </a:pPr>
            <a:r>
              <a:t>• Báo cáo Auto TOC chuẩn</a:t>
            </a:r>
          </a:p>
          <a:p>
            <a:pPr>
              <a:defRPr sz="1100" b="1">
                <a:solidFill>
                  <a:srgbClr val="F8FAFC"/>
                </a:solidFill>
                <a:latin typeface="Inter"/>
              </a:defRPr>
            </a:pPr>
            <a:r>
              <a:t>• Đo lường xu hướng sự cố</a:t>
            </a:r>
          </a:p>
          <a:p>
            <a:pPr>
              <a:defRPr sz="1100" b="1">
                <a:solidFill>
                  <a:srgbClr val="F8FAFC"/>
                </a:solidFill>
                <a:latin typeface="Inter"/>
              </a:defRPr>
            </a:pPr>
            <a:r>
              <a:t>• Tối ưu thời gian ứng cứu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  <a:latin typeface="Inter"/>
              </a:defRPr>
            </a:pPr>
            <a:r>
              <a:t>NetGuard Cyber Security Center — Kết nối - Chuẩn hóa - Tạo giá trị cho khách hàng  |  Trang 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Inter"/>
              </a:defRPr>
            </a:pPr>
            <a:r>
              <a:t>CHIẾN LƯỢC PHÒNG THỦ AN NINH MẠNG TOÀN DIỆN</a:t>
            </a:r>
          </a:p>
          <a:p>
            <a:pPr>
              <a:defRPr sz="2600" b="1">
                <a:solidFill>
                  <a:srgbClr val="F8FAFC"/>
                </a:solidFill>
                <a:latin typeface="Montserrat"/>
              </a:defRPr>
            </a:pPr>
            <a:r>
              <a:t>Sơ Đồ Phân Cấp Chiến Lược Phòng Thủ An Ninh 3 Tầng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728655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 rIns="274320"/>
          <a:lstStyle/>
          <a:p>
            <a:pPr algn="ctr">
              <a:defRPr sz="1500" b="1">
                <a:solidFill>
                  <a:srgbClr val="38BDF8"/>
                </a:solidFill>
                <a:latin typeface="Montserrat"/>
              </a:defRPr>
            </a:pPr>
            <a:r>
              <a:t>TẦNG 1: BIÊN GIỚI  —  Perimeter Security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Inter"/>
              </a:defRPr>
            </a:pPr>
            <a:r>
              <a:t>Tường lửa thế hệ mới (NGFW), Hệ thống chống xâm nhập IDS/IPS, WAF ngăn chặn nguy cơ từ bên ngoài.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10896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 rIns="274320"/>
          <a:lstStyle/>
          <a:p>
            <a:pPr algn="ctr">
              <a:defRPr sz="1500" b="1">
                <a:solidFill>
                  <a:srgbClr val="38BDF8"/>
                </a:solidFill>
                <a:latin typeface="Montserrat"/>
              </a:defRPr>
            </a:pPr>
            <a:r>
              <a:t>TẦNG 2: ĐIỂM CUỐI  —  Endpoint Protection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Inter"/>
              </a:defRPr>
            </a:pPr>
            <a:r>
              <a:t>Giải pháp EDR, Antivirus doanh nghiệp kết nối CSDL Virus để phát hiện và cô lập mã độc tức thì.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 rIns="274320"/>
          <a:lstStyle/>
          <a:p>
            <a:pPr algn="ctr">
              <a:defRPr sz="1500" b="1">
                <a:solidFill>
                  <a:srgbClr val="38BDF8"/>
                </a:solidFill>
                <a:latin typeface="Montserrat"/>
              </a:defRPr>
            </a:pPr>
            <a:r>
              <a:t>TẦNG 3: GIÁM SÁT SOC  —  SIEM &amp; Incident Response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Inter"/>
              </a:defRPr>
            </a:pPr>
            <a:r>
              <a:t>Trung tâm vận hành an ninh 24/7, phân tích nhật ký log, săn tìm mối đe dọa và ứng cứu sự cố khẩn cấp.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4A3B8"/>
                </a:solidFill>
                <a:latin typeface="Inter"/>
              </a:defRPr>
            </a:pPr>
            <a:r>
              <a:t>NetGuard Cyber Security Center — Sử dụng phông chữ Montserrat &amp; Inter tối ưu trình chiếu Projector  |  Trang 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