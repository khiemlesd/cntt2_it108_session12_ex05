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84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lấy từ sheet Thống kê trong file Excel NetGuard_Nhat-ky-ma-doc.xlsx. Dữ liệu mẫu.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Sơ đồ phân cấp: gốc là mục tiêu bảo vệ khách hàng, ba nhánh là ba tầng, mỗi tầng có hai biện pháp.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TGUARD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C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NetGuard Cyber Security Center  |  IR-NG-01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7C5D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7C5D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KỲ GIÁM SÁT 20/10 ĐẾN 26/10/2026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Từ dữ liệu thô đến báo cáo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457200" y="1600200"/>
            <a:ext cx="1892808" cy="1691640"/>
          </a:xfrm>
          <a:prstGeom prst="roundRect">
            <a:avLst>
              <a:gd name="adj" fmla="val 6486"/>
            </a:avLst>
          </a:prstGeom>
          <a:solidFill>
            <a:srgbClr val="12284A"/>
          </a:solidFill>
          <a:ln w="12700">
            <a:solidFill>
              <a:srgbClr val="122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1,248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7C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Tổng cảnh báo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2569464" y="1600200"/>
            <a:ext cx="1892808" cy="1691640"/>
          </a:xfrm>
          <a:prstGeom prst="roundRect">
            <a:avLst>
              <a:gd name="adj" fmla="val 6486"/>
            </a:avLst>
          </a:prstGeom>
          <a:solidFill>
            <a:srgbClr val="12284A"/>
          </a:solidFill>
          <a:ln w="12700">
            <a:solidFill>
              <a:srgbClr val="122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52344" y="178308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752344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7C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Mức Cao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681728" y="1600200"/>
            <a:ext cx="1892808" cy="1691640"/>
          </a:xfrm>
          <a:prstGeom prst="roundRect">
            <a:avLst>
              <a:gd name="adj" fmla="val 6486"/>
            </a:avLst>
          </a:prstGeom>
          <a:solidFill>
            <a:srgbClr val="12284A"/>
          </a:solidFill>
          <a:ln w="12700">
            <a:solidFill>
              <a:srgbClr val="122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78308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7C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Mức Trung bình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6793992" y="1600200"/>
            <a:ext cx="1892808" cy="1691640"/>
          </a:xfrm>
          <a:prstGeom prst="roundRect">
            <a:avLst>
              <a:gd name="adj" fmla="val 6486"/>
            </a:avLst>
          </a:prstGeom>
          <a:solidFill>
            <a:srgbClr val="12284A"/>
          </a:solidFill>
          <a:ln w="12700">
            <a:solidFill>
              <a:srgbClr val="122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76872" y="1783080"/>
            <a:ext cx="152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7C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Mức Thấp</a:t>
            </a:r>
            <a:endParaRPr lang="en-US" sz="1400" dirty="0"/>
          </a:p>
        </p:txBody>
      </p:sp>
      <p:sp>
        <p:nvSpPr>
          <p:cNvPr id="16" name="Flow 1"/>
          <p:cNvSpPr/>
          <p:nvPr/>
        </p:nvSpPr>
        <p:spPr>
          <a:xfrm>
            <a:off x="457200" y="365760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Nhật ký thô</a:t>
            </a:r>
            <a:endParaRPr lang="en-US" sz="1400" dirty="0"/>
          </a:p>
        </p:txBody>
      </p:sp>
      <p:sp>
        <p:nvSpPr>
          <p:cNvPr id="18" name="Flow arrow 1"/>
          <p:cNvSpPr/>
          <p:nvPr/>
        </p:nvSpPr>
        <p:spPr>
          <a:xfrm>
            <a:off x="2816352" y="3931920"/>
            <a:ext cx="53949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Flow 2"/>
          <p:cNvSpPr/>
          <p:nvPr/>
        </p:nvSpPr>
        <p:spPr>
          <a:xfrm>
            <a:off x="3429000" y="365760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 + VLOOKUP</a:t>
            </a:r>
            <a:endParaRPr lang="en-US" sz="1400" dirty="0"/>
          </a:p>
        </p:txBody>
      </p:sp>
      <p:sp>
        <p:nvSpPr>
          <p:cNvPr id="21" name="Flow arrow 2"/>
          <p:cNvSpPr/>
          <p:nvPr/>
        </p:nvSpPr>
        <p:spPr>
          <a:xfrm>
            <a:off x="5788152" y="3931920"/>
            <a:ext cx="53949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Flow 3"/>
          <p:cNvSpPr/>
          <p:nvPr/>
        </p:nvSpPr>
        <p:spPr>
          <a:xfrm>
            <a:off x="6400800" y="365760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Báo cáo khách hàng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7C5D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CHIẾN LƯỢC PHÒNG THỦ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Phòng thủ 3 tầng</a:t>
            </a:r>
            <a:endParaRPr lang="en-US" sz="3000" dirty="0"/>
          </a:p>
        </p:txBody>
      </p:sp>
      <p:sp>
        <p:nvSpPr>
          <p:cNvPr id="4" name="Root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Bảo vệ khách hàng</a:t>
            </a:r>
            <a:endParaRPr lang="en-US" sz="1600" dirty="0"/>
          </a:p>
        </p:txBody>
      </p:sp>
      <p:sp>
        <p:nvSpPr>
          <p:cNvPr id="6" name="Root stem"/>
          <p:cNvSpPr/>
          <p:nvPr/>
        </p:nvSpPr>
        <p:spPr>
          <a:xfrm>
            <a:off x="4572000" y="1874520"/>
            <a:ext cx="0" cy="182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Branch bar"/>
          <p:cNvSpPr/>
          <p:nvPr/>
        </p:nvSpPr>
        <p:spPr>
          <a:xfrm>
            <a:off x="1691640" y="2057400"/>
            <a:ext cx="57607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tem 1"/>
          <p:cNvSpPr/>
          <p:nvPr/>
        </p:nvSpPr>
        <p:spPr>
          <a:xfrm>
            <a:off x="1691640" y="2057400"/>
            <a:ext cx="0" cy="182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Tier 1"/>
          <p:cNvSpPr/>
          <p:nvPr/>
        </p:nvSpPr>
        <p:spPr>
          <a:xfrm>
            <a:off x="457200" y="22402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12284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Tầng 1: Mạng</a:t>
            </a:r>
            <a:endParaRPr lang="en-US" sz="1600" dirty="0"/>
          </a:p>
        </p:txBody>
      </p:sp>
      <p:sp>
        <p:nvSpPr>
          <p:cNvPr id="11" name="Leaf stem 1"/>
          <p:cNvSpPr/>
          <p:nvPr/>
        </p:nvSpPr>
        <p:spPr>
          <a:xfrm>
            <a:off x="1691640" y="2834640"/>
            <a:ext cx="0" cy="228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2" name="Leaf 1.1"/>
          <p:cNvSpPr/>
          <p:nvPr/>
        </p:nvSpPr>
        <p:spPr>
          <a:xfrm>
            <a:off x="640080" y="30632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12700">
            <a:solidFill>
              <a:srgbClr val="B7C5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Tường lửa</a:t>
            </a:r>
            <a:endParaRPr lang="en-US" sz="1400" dirty="0"/>
          </a:p>
        </p:txBody>
      </p:sp>
      <p:sp>
        <p:nvSpPr>
          <p:cNvPr id="14" name="Leaf link 1"/>
          <p:cNvSpPr/>
          <p:nvPr/>
        </p:nvSpPr>
        <p:spPr>
          <a:xfrm>
            <a:off x="1691640" y="3566160"/>
            <a:ext cx="0" cy="228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5" name="Leaf 1.2"/>
          <p:cNvSpPr/>
          <p:nvPr/>
        </p:nvSpPr>
        <p:spPr>
          <a:xfrm>
            <a:off x="640080" y="37947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12700">
            <a:solidFill>
              <a:srgbClr val="B7C5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IPS và VLAN</a:t>
            </a:r>
            <a:endParaRPr lang="en-US" sz="1400" dirty="0"/>
          </a:p>
        </p:txBody>
      </p:sp>
      <p:sp>
        <p:nvSpPr>
          <p:cNvPr id="17" name="Stem 2"/>
          <p:cNvSpPr/>
          <p:nvPr/>
        </p:nvSpPr>
        <p:spPr>
          <a:xfrm>
            <a:off x="4572000" y="2057400"/>
            <a:ext cx="0" cy="182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8" name="Tier 2"/>
          <p:cNvSpPr/>
          <p:nvPr/>
        </p:nvSpPr>
        <p:spPr>
          <a:xfrm>
            <a:off x="3337560" y="22402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12284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3756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Tầng 2: Máy trạm</a:t>
            </a:r>
            <a:endParaRPr lang="en-US" sz="1600" dirty="0"/>
          </a:p>
        </p:txBody>
      </p:sp>
      <p:sp>
        <p:nvSpPr>
          <p:cNvPr id="20" name="Leaf stem 2"/>
          <p:cNvSpPr/>
          <p:nvPr/>
        </p:nvSpPr>
        <p:spPr>
          <a:xfrm>
            <a:off x="4572000" y="2834640"/>
            <a:ext cx="0" cy="228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1" name="Leaf 2.1"/>
          <p:cNvSpPr/>
          <p:nvPr/>
        </p:nvSpPr>
        <p:spPr>
          <a:xfrm>
            <a:off x="3520440" y="30632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12700">
            <a:solidFill>
              <a:srgbClr val="B7C5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EDR và vá lỗi</a:t>
            </a:r>
            <a:endParaRPr lang="en-US" sz="1400" dirty="0"/>
          </a:p>
        </p:txBody>
      </p:sp>
      <p:sp>
        <p:nvSpPr>
          <p:cNvPr id="23" name="Leaf link 2"/>
          <p:cNvSpPr/>
          <p:nvPr/>
        </p:nvSpPr>
        <p:spPr>
          <a:xfrm>
            <a:off x="4572000" y="3566160"/>
            <a:ext cx="0" cy="228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4" name="Leaf 2.2"/>
          <p:cNvSpPr/>
          <p:nvPr/>
        </p:nvSpPr>
        <p:spPr>
          <a:xfrm>
            <a:off x="3520440" y="37947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12700">
            <a:solidFill>
              <a:srgbClr val="B7C5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Lọc thư điện tử</a:t>
            </a:r>
            <a:endParaRPr lang="en-US" sz="1400" dirty="0"/>
          </a:p>
        </p:txBody>
      </p:sp>
      <p:sp>
        <p:nvSpPr>
          <p:cNvPr id="26" name="Stem 3"/>
          <p:cNvSpPr/>
          <p:nvPr/>
        </p:nvSpPr>
        <p:spPr>
          <a:xfrm>
            <a:off x="7452360" y="2057400"/>
            <a:ext cx="0" cy="182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" name="Tier 3"/>
          <p:cNvSpPr/>
          <p:nvPr/>
        </p:nvSpPr>
        <p:spPr>
          <a:xfrm>
            <a:off x="6217920" y="22402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12284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Tầng 3: Dữ liệu</a:t>
            </a:r>
            <a:endParaRPr lang="en-US" sz="1600" dirty="0"/>
          </a:p>
        </p:txBody>
      </p:sp>
      <p:sp>
        <p:nvSpPr>
          <p:cNvPr id="29" name="Leaf stem 3"/>
          <p:cNvSpPr/>
          <p:nvPr/>
        </p:nvSpPr>
        <p:spPr>
          <a:xfrm>
            <a:off x="7452360" y="2834640"/>
            <a:ext cx="0" cy="228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0" name="Leaf 3.1"/>
          <p:cNvSpPr/>
          <p:nvPr/>
        </p:nvSpPr>
        <p:spPr>
          <a:xfrm>
            <a:off x="6400800" y="30632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12700">
            <a:solidFill>
              <a:srgbClr val="B7C5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Sao lưu và mã hóa</a:t>
            </a:r>
            <a:endParaRPr lang="en-US" sz="1400" dirty="0"/>
          </a:p>
        </p:txBody>
      </p:sp>
      <p:sp>
        <p:nvSpPr>
          <p:cNvPr id="32" name="Leaf link 3"/>
          <p:cNvSpPr/>
          <p:nvPr/>
        </p:nvSpPr>
        <p:spPr>
          <a:xfrm>
            <a:off x="7452360" y="3566160"/>
            <a:ext cx="0" cy="228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3" name="Leaf 3.2"/>
          <p:cNvSpPr/>
          <p:nvPr/>
        </p:nvSpPr>
        <p:spPr>
          <a:xfrm>
            <a:off x="6400800" y="37947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12700">
            <a:solidFill>
              <a:srgbClr val="B7C5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Đào tạo nhân viên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17720"/>
            <a:ext cx="2743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7C5D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Trình chiếu Trên màn hình (16:9)</PresentationFormat>
  <Paragraphs>31</Paragraphs>
  <Slides>2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</vt:i4>
      </vt:variant>
    </vt:vector>
  </HeadingPairs>
  <TitlesOfParts>
    <vt:vector size="5" baseType="lpstr">
      <vt:lpstr>Arial</vt:lpstr>
      <vt:lpstr>Inter</vt:lpstr>
      <vt:lpstr>Office Theme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NetGuard: báo cáo sự cố an ninh mạng</dc:title>
  <dc:subject>PptxGenJS Presentation</dc:subject>
  <dc:creator>PptxGenJS</dc:creator>
  <cp:lastModifiedBy>Khiêm Lê</cp:lastModifiedBy>
  <cp:revision>1</cp:revision>
  <dcterms:created xsi:type="dcterms:W3CDTF">2026-10-27T00:28:58Z</dcterms:created>
  <dcterms:modified xsi:type="dcterms:W3CDTF">2026-10-27T00:31:45Z</dcterms:modified>
</cp:coreProperties>
</file>